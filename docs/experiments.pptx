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Efficient Architecture Experiments — mHC / KEEL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Variants composed with Alloy, trained &amp; evaluated on Ascend NPU.  Metric = acc (not acc_norm); avg = mean of mmlu / arc-e / arc-c / hellaswag / piqa (gsm8k ≈ 0 across runs, excluded).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mHC (hc_mult=2) on GDN3-334M · 20B tokens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4983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78308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gdn3-334M-20B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gdn3-mHC-20B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mmlu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0.2421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0.2337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arc-e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0.5564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0.5046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arc-c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0.2884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0.2338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hellaswag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0.4277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0.3279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piqa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0.6817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0.6665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555"/>
                          </a:solidFill>
                        </a:rPr>
                        <a:t>avg</a:t>
                      </a:r>
                    </a:p>
                  </a:txBody>
                  <a:tcPr anchor="ctr" marT="12700" marB="12700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</a:rPr>
                        <a:t>0.4393</a:t>
                      </a:r>
                    </a:p>
                  </a:txBody>
                  <a:tcPr anchor="ctr" marT="12700" marB="12700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3030"/>
                          </a:solidFill>
                        </a:rPr>
                        <a:t>0.3933</a:t>
                      </a:r>
                    </a:p>
                  </a:txBody>
                  <a:tcPr anchor="ctr" marT="12700" marB="12700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KEEL (D=64, hq16, hkv2) on Qwen3-329M · 20B tokens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828800"/>
          <a:ext cx="4983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78308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qwen3-329M-20B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qwen3-KEEL-20B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mmlu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0.2294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0.2295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arc-e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0.3889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0.2609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arc-c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0.2389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0.2116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hellaswag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0.2877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0.2587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55555"/>
                          </a:solidFill>
                        </a:rPr>
                        <a:t>piqa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0.556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</a:rPr>
                        <a:t>0.5223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55555"/>
                          </a:solidFill>
                        </a:rPr>
                        <a:t>avg</a:t>
                      </a:r>
                    </a:p>
                  </a:txBody>
                  <a:tcPr anchor="ctr" marT="12700" marB="12700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5555"/>
                          </a:solidFill>
                        </a:rPr>
                        <a:t>0.3402</a:t>
                      </a:r>
                    </a:p>
                  </a:txBody>
                  <a:tcPr anchor="ctr" marT="12700" marB="12700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3030"/>
                          </a:solidFill>
                        </a:rPr>
                        <a:t>0.2966</a:t>
                      </a:r>
                    </a:p>
                  </a:txBody>
                  <a:tcPr anchor="ctr" marT="12700" marB="12700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80060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•  mHC: 0.393 vs 0.439 without mHC — no positive gain this round; investigating head config (D=64/hq16/hkv2 vs d=128/hq4/hkv4) and token budget.  (ongoing)</a:t>
            </a:r>
          </a:p>
          <a:p>
            <a:r>
              <a:rPr sz="1200">
                <a:solidFill>
                  <a:srgbClr val="555555"/>
                </a:solidFill>
              </a:rPr>
              <a:t>•  KEEL: 0.297 vs 0.340 plain — no positive gain yet; deep-narrow (32L) and KEEL+deep-narrow variants still training.  (ongoing)</a:t>
            </a:r>
          </a:p>
          <a:p>
            <a:r>
              <a:rPr sz="1200">
                <a:solidFill>
                  <a:srgbClr val="555555"/>
                </a:solidFill>
              </a:rPr>
              <a:t>•  Ref: arxiv.org/pdf/2601.19895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